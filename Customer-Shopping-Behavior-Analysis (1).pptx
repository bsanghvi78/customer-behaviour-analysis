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Mona Sans Semi Bold"/>
      <p:regular r:id="rId16"/>
    </p:embeddedFont>
    <p:embeddedFont>
      <p:font typeface="Mona Sans Semi Bold"/>
      <p:regular r:id="rId17"/>
    </p:embeddedFont>
    <p:embeddedFont>
      <p:font typeface="Mona Sans Semi Bold"/>
      <p:regular r:id="rId18"/>
    </p:embeddedFont>
    <p:embeddedFont>
      <p:font typeface="Mona Sans Semi Bold"/>
      <p:regular r:id="rId19"/>
    </p:embeddedFont>
    <p:embeddedFont>
      <p:font typeface="Funnel Sans"/>
      <p:regular r:id="rId20"/>
    </p:embeddedFont>
    <p:embeddedFont>
      <p:font typeface="Funnel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Transactional insights from 3,900 purchases across product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064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62038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8085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3,900 Purchases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115071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Transactional data analyzed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62038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8085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Goals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115071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Spending patterns, customer segments, product preferences, subscription behavior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10607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457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Strategic Impact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76364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Guide business decisions with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6350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78559"/>
            <a:ext cx="1880592" cy="911647"/>
          </a:xfrm>
          <a:prstGeom prst="roundRect">
            <a:avLst>
              <a:gd name="adj" fmla="val 6531"/>
            </a:avLst>
          </a:prstGeom>
          <a:solidFill>
            <a:srgbClr val="181616">
              <a:alpha val="95000"/>
            </a:srgbClr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439367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3,900 Rows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802582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18 columns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470" y="2278559"/>
            <a:ext cx="1880592" cy="911647"/>
          </a:xfrm>
          <a:prstGeom prst="roundRect">
            <a:avLst>
              <a:gd name="adj" fmla="val 6531"/>
            </a:avLst>
          </a:prstGeom>
          <a:solidFill>
            <a:srgbClr val="181616">
              <a:alpha val="95000"/>
            </a:srgbClr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278" y="2439367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37 Missing Values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79278" y="2802582"/>
            <a:ext cx="1558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2608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624063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Demographics: Age, Gender, Location, Subscription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Purchases: Item, Category, Amount, Season, Size, Color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Behavior: Discount, Promo Code, Frequency, Review Rating,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28910"/>
            <a:ext cx="515205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Exploratory Data Analysis — Python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19" y="904503"/>
            <a:ext cx="8253487" cy="36203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46502" y="3419065"/>
            <a:ext cx="1247392" cy="223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946502" y="3705941"/>
            <a:ext cx="1247392" cy="49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impute missing ratings, standardize cols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909170" y="3360374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Load to PostgreSQL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09170" y="387059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write_df.to_sql or COPY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8845" y="1229894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8845" y="174011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pandas, df.info, describe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5630" y="1229894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55630" y="1740117"/>
            <a:ext cx="1247392" cy="49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age_group, purchase_frequency_days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5219" y="4638377"/>
            <a:ext cx="825348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stats: Avg age 44, Avg purchase $59.76, Avg rating 3.75. Median imputation for 37 missing Review Ratings.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1361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SQL Analysis — Revenue &amp;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1274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Gloves — 3.86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Sandals — 3.84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Boots — 3.82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Hat — 3.80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Skirt — 3.78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6120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Express avg $60.48 vs Standard $58.46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748"/>
            <a:ext cx="68926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SQL Analysis — Subscribers &amp;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6805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690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Segments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950021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6222" y="2096542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96222" y="2459757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3,116 customers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72052" y="1950021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18573" y="2096542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18573" y="2459757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49701" y="2974851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6222" y="312137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New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96222" y="3484587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83 customers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49701" y="4017392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 discount-dependent: Hat (50%), Sneakers (49.66%)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8537"/>
            <a:ext cx="61361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SQL Analysis — Products &amp; Revenue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5884"/>
            <a:ext cx="2428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Top 3 Products per Category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5909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Accessories: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Jewelry, Sunglasses, Belt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Clothing: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Blouse, Pants, Shirt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Footwear: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Sandals, Shoes, Sneakers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Outerwear: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Jacket, Coat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613595"/>
            <a:ext cx="3902943" cy="23083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11814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Repeat buyers: 958 subscribers vs 2,518 non-subscribers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298" y="288280"/>
            <a:ext cx="4502274" cy="34004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62298" y="3780309"/>
            <a:ext cx="23258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362298" y="4162574"/>
            <a:ext cx="2099072" cy="500732"/>
          </a:xfrm>
          <a:prstGeom prst="roundRect">
            <a:avLst>
              <a:gd name="adj" fmla="val 780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0078" y="426035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3.9K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460078" y="4442296"/>
            <a:ext cx="190351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Customers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522390" y="4162574"/>
            <a:ext cx="2099146" cy="500732"/>
          </a:xfrm>
          <a:prstGeom prst="roundRect">
            <a:avLst>
              <a:gd name="adj" fmla="val 780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20170" y="426035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$59.76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20170" y="4442296"/>
            <a:ext cx="190358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Purchase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682555" y="4162574"/>
            <a:ext cx="2099072" cy="500732"/>
          </a:xfrm>
          <a:prstGeom prst="roundRect">
            <a:avLst>
              <a:gd name="adj" fmla="val 780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80336" y="426035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3.75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80336" y="4442296"/>
            <a:ext cx="190351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Rating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62298" y="4731990"/>
            <a:ext cx="641940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Filters: Subscription, Gender, Category, Shipping Type. Visuals: Revenue &amp; Sales by Category and Age Group.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6562"/>
            <a:ext cx="49018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339578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339578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Reward repeat buyers toward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3306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2033067"/>
            <a:ext cx="19664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339578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7658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27658" y="3383235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3972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03972" y="3383235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Highlight top-rated &amp; best-selling products in campaigns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2026-05-06T11:49:00Z</dcterms:created>
  <dcterms:modified xsi:type="dcterms:W3CDTF">2026-05-06T11:49:00Z</dcterms:modified>
</cp:coreProperties>
</file>